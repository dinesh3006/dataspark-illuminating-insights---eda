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1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8D65D-B52C-D4A2-9C8E-891CD18A09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BB2D36-1EE7-1492-CD2E-6669AF0BA1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3A8AF-7DBC-6A4E-FCAE-882435F82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321DB-69E7-4E4D-855F-C0486B8923F1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52458-D177-60E9-5537-412AF54FB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146EC-60BA-9C3F-D445-938846A17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95794-C3B6-4B4B-9A8A-96E8C0A87F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020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7D9BB-2E23-6080-108E-1CA718DDF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978E0-7F66-AB88-2C03-FF6830A87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55C3D-BCC8-809D-38BF-535D4FCAF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321DB-69E7-4E4D-855F-C0486B8923F1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E6DA8-63D8-2DA3-4C12-7FC27A02F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EFE06-1A62-0476-13D3-BB9C2CE1B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95794-C3B6-4B4B-9A8A-96E8C0A87F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413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0AFF1-531A-4D93-4F62-C7798A416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6EFD6-1C3A-2A47-3F06-617238349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7EC95-1933-7AB3-A802-D723CEBA0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321DB-69E7-4E4D-855F-C0486B8923F1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7C43C-BD0A-63A0-B171-7899AABAF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915FB-30F4-B31B-A186-A21ABACCC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95794-C3B6-4B4B-9A8A-96E8C0A87F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85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2401C-3AFD-7C61-C17B-72CABFD56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8A65C-F5FB-FE5A-58EE-1B87AA7950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D39AD0-8F5B-2A3A-8E82-74A81FC7CB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DDF9BD-62A7-AD53-22D1-742E10D09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321DB-69E7-4E4D-855F-C0486B8923F1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0F5B4-EDD3-6BD4-1DA5-115368152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61F8D-F89F-0E78-436C-20DA2382A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95794-C3B6-4B4B-9A8A-96E8C0A87F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981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4995C-87AC-1C1F-591D-FC4EF23A1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55E74-C003-2C7E-9CAD-6D2EA750A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451C1D-8966-73B4-484F-D17B55DA5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AB684D-F520-7ABB-FD44-B5C061B85F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6AF951-A4D9-1466-9FF5-0D01D74ADC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F37245-F36C-57A9-B124-9711D38A4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321DB-69E7-4E4D-855F-C0486B8923F1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8F4635-8773-5AF0-312E-9439BDB9E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3575DF-D10F-BC09-EBE6-28AEEEB3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95794-C3B6-4B4B-9A8A-96E8C0A87F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880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96736-1F2F-470C-4A6A-A7923C576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B78BCA-EE7E-8975-A659-653E09347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321DB-69E7-4E4D-855F-C0486B8923F1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3DCBD9-D0F2-5773-3105-C40BFC036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5F133C-3C5F-0A70-8052-C100646C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95794-C3B6-4B4B-9A8A-96E8C0A87F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218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A0E206-5B0C-B506-A899-F22BCB9EC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321DB-69E7-4E4D-855F-C0486B8923F1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22E739-99E6-2A60-3EB0-87104BD06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22C2C-3F32-477D-AD8F-E8E499DEE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95794-C3B6-4B4B-9A8A-96E8C0A87F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828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13C47-A04B-2491-EEEA-F154EA107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59D4A-B9B0-0762-AC9A-420CF3790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329334-1A06-9511-3FEF-C448F2BE31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B8472-8C10-D643-A462-D6B5F38EF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321DB-69E7-4E4D-855F-C0486B8923F1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01631-3525-0669-C538-397FB1B7E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DE60AC-BD92-EC96-ED6C-5CE5F9FD9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95794-C3B6-4B4B-9A8A-96E8C0A87F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39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1EC8B-801C-6873-6FB0-4336C37C8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BBDE96-D357-6CC2-6318-CE318E962F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0D189A-2B9D-3966-2BA6-0D2121BD0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46090D-C1C7-DA24-EFC2-B8B468EB4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321DB-69E7-4E4D-855F-C0486B8923F1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4334E0-14B5-196A-8D89-7C6D699E4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881F5B-BFFE-D5F6-2654-29BE9E860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95794-C3B6-4B4B-9A8A-96E8C0A87F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244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DB043-C9F8-6E19-C4D4-B6D3344CA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84140C-9BB1-5463-5DBA-0C14545A0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A9196-5437-70E6-C993-C79A019A2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321DB-69E7-4E4D-855F-C0486B8923F1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B34B1-2CCE-2C02-8288-42091E7FA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DC718-4C25-9B3C-986E-F9B603CE5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95794-C3B6-4B4B-9A8A-96E8C0A87F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507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894C10-BFF8-3F25-0597-17FA60EDCE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8AA3F9-98F1-E9D2-796F-C7E97D635E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F10F5-6C0B-D5DA-898D-9F9C0C32C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321DB-69E7-4E4D-855F-C0486B8923F1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7BE89-BDEF-14BD-1F2E-BDD670415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0D3F-8997-6003-418C-C7E27D85A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95794-C3B6-4B4B-9A8A-96E8C0A87F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927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16666E-A5BE-123F-2F5B-CE8F44205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F94C3-0DE3-9232-6472-3795A653A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55483-856C-9888-1B86-CACA662A0D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D321DB-69E7-4E4D-855F-C0486B8923F1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397B0-BFAA-C529-8EF6-857D42DF04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F679D-1957-8F5C-D112-554286181D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95794-C3B6-4B4B-9A8A-96E8C0A87F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358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3D5FBA9-83BE-CB88-3F0A-C824E0C198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106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71E41E-6D18-F889-BEE1-3DFE76B178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865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C588BF-831B-40D9-FCAA-1A5EB32CD4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407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7AD52F-8A92-35E6-AF45-3AE27FCFB7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948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8A9C48-012D-6ABD-9782-559DE7EBFD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611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75C2E3-522A-DE68-6B5C-9C83ACFC2F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927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3E7D79-E9BB-C8A2-BE19-A77079313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040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CF8FDF-FA56-92C0-428F-627A38257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54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C90DBE-5DBA-A71B-A886-075F04687F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972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C67E8D-85E3-5C23-F26E-1EFDBA95D1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799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F3154E-F211-4CE5-324C-6FF87CCAB0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217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D5C2C1-E698-737F-5D1C-DF2013DDF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116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manojdinesh priya</dc:creator>
  <cp:lastModifiedBy>manojdinesh priya</cp:lastModifiedBy>
  <cp:revision>1</cp:revision>
  <dcterms:created xsi:type="dcterms:W3CDTF">2025-10-26T19:24:07Z</dcterms:created>
  <dcterms:modified xsi:type="dcterms:W3CDTF">2025-10-26T19:32:24Z</dcterms:modified>
</cp:coreProperties>
</file>