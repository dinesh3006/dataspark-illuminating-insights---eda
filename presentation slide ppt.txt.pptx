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4F0A5-0027-4C45-A186-509F685D2C55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68939-E3FF-4E9E-BC21-3A917C885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52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68939-E3FF-4E9E-BC21-3A917C885D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77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CCB2-AD27-1215-4108-E52F0435B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613E-5F03-948D-2BA5-CDF86FC72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8F86D-25D6-E777-320F-67C5FF72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6C81-FAC6-DCEC-888D-DBF1BA38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A0033-9F0F-DDFC-F0CF-6C0035529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6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82F8-5357-73B9-6BC4-334985E1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61DD7-9EB9-12F6-A02E-C2858AA05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54CB1-EDB8-F9E5-DCB6-8858D863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FADF1-6FCE-36A6-E7F5-D2D28E19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00CD-EA1D-796C-F956-920C5A18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1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D7B-981F-577D-0BC5-56B5C8DE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301E6-EA34-5396-1123-DD9F05882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8BBA5-4F35-B74E-4128-C9A05604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5D971-B538-3DD1-B33C-B06A8545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6442-8C97-DD46-F853-8CEEB5D2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B985-4410-BC35-4CD0-0BC97072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C6D01-03FF-E565-A378-BEA4E030C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828C9-C7CC-287C-47EB-389202B5F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86AAF-7332-4902-47E9-59420B2E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416D9-D576-E721-EFF1-97FB1C82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2D120-A76C-7CF0-894C-A130A4A2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88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1FA8-982A-8144-9CFE-8D4C14EA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46CA4-8BF0-4F7C-CE5A-DFE91167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73E09-3AF4-87C4-7E1A-CA293FDF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65006-A8F5-8717-69FB-9529B4D53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6E8BB3-9AA6-1486-67DA-867623333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60A90-B212-5943-B08D-D57320E6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BCF09-50AD-512E-1459-0AC0939B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12751-5124-4F53-2337-2A8FD7E7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69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5F1F-FED2-0781-0318-85189317C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1E15C0-99DD-88D0-7E51-C983B806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F9B37-DEF3-1593-AC6E-9EF29827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A0C07-634E-1CC5-B87E-5983C783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57295-4B49-6783-187F-1D2615AE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165BB-4E1B-9B8D-0ED6-87DC047C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ADA21-04A9-09A8-94FE-BD3F927F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46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F447-24E5-9330-51B4-36E8D676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B604B-9522-52C7-84A7-ED5BCCAA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A1ED0-88EA-18CF-FF8F-A7715015C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19360-73E7-5411-8301-4EB19018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B4B34-B6BE-1AAA-03AB-82A9B25B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1A887-D165-6FFC-2D09-B6CC6B36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61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30A9-EF25-4D74-A6B0-AD7A2708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00A197-A9F2-17BE-6F4D-9365CFFEA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097D7-DECC-EF30-FB67-AC23D768E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8FE09-9A3F-1498-03E0-ECCBF644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AE0B6-96C0-E413-9232-573B601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27E0F-FBC4-7D0D-E787-72BF38D4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81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CBA1-8D3D-123A-8BA6-AC94B20B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C20B7F-B454-563A-700C-CF250CF1B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E0584-0688-3919-C751-623830E9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32C23-0E8B-8106-3B61-60BA5209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4BAD-44D4-9C44-2B6B-FFB67DB5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23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96EC4-C54E-BF3C-775F-5E0A1F770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F455B-00C6-E32E-4D17-683567DBD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BE0DD-C5A7-1592-DCC1-AA0FB6C3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044F5-6342-2AA3-91DA-BEB17776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DB7BE-58FA-286B-38AE-17FA8065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4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CC444-C935-4621-AD51-D788859E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6634E-1C73-06C6-DA3E-AFF26ECB5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CF41-E146-636E-6A60-EE3A442DA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55FF5-A332-498C-8888-2E7E32A7920C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CA089-BCFC-4C8E-EB3A-A75D56B57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F9B71-239A-84C6-A449-651EFDA6F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842A4-2C38-42A2-8D6E-7364BA064C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347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0036-84BE-F2F0-CEDA-10A6A9D4F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E2B66-AE58-3684-F1E6-B980B1E78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61CBF-E6EF-2442-B7BD-6FE12C3CB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116"/>
            <a:ext cx="12192000" cy="71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8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34AB7-B549-9938-8EBC-FFA52663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4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64D19-791D-A9B3-2E44-965002244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2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39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B4A78-5F49-7AC3-3F96-7775BF4CB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0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45F84-A98B-52A8-A699-AA157253B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6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C830F-EAAC-FA76-859F-395CA7B5B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19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615C9-FF3D-6E67-7123-2BEF00553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0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Office PowerPoint</Application>
  <PresentationFormat>Widescreen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manojdinesh priya</dc:creator>
  <cp:lastModifiedBy>manojdinesh priya</cp:lastModifiedBy>
  <cp:revision>1</cp:revision>
  <dcterms:created xsi:type="dcterms:W3CDTF">2025-10-16T17:45:04Z</dcterms:created>
  <dcterms:modified xsi:type="dcterms:W3CDTF">2025-10-16T17:46:16Z</dcterms:modified>
</cp:coreProperties>
</file>